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71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47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97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116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69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32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23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46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02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58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2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FA08E-4432-49AE-B8A2-A020DF496C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15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F797D7-2EBB-335A-EB9A-2B6D96BB6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2" y="132521"/>
            <a:ext cx="11900452" cy="589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10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69E0EF-E17D-32F1-BA20-FFA2CDB9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AdaBoost Regression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FC9350-BAA5-DE46-BF01-3AB1E7E0D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413047" cy="3450613"/>
          </a:xfrm>
        </p:spPr>
        <p:txBody>
          <a:bodyPr/>
          <a:lstStyle/>
          <a:p>
            <a:r>
              <a:rPr lang="en-US" dirty="0"/>
              <a:t>AdaBoost stands for </a:t>
            </a:r>
            <a:r>
              <a:rPr lang="en-US" b="1" dirty="0"/>
              <a:t>Adaptive Boosting</a:t>
            </a:r>
            <a:r>
              <a:rPr lang="en-US" dirty="0"/>
              <a:t>.</a:t>
            </a:r>
          </a:p>
          <a:p>
            <a:r>
              <a:rPr lang="en-US" dirty="0"/>
              <a:t>It is an </a:t>
            </a:r>
            <a:r>
              <a:rPr lang="en-US" b="1" dirty="0"/>
              <a:t>ensemble learning</a:t>
            </a:r>
            <a:r>
              <a:rPr lang="en-US" dirty="0"/>
              <a:t> technique that combines multiple weak models to create a strong predictive model.</a:t>
            </a:r>
          </a:p>
          <a:p>
            <a:r>
              <a:rPr lang="en-US" dirty="0"/>
              <a:t>Used for </a:t>
            </a:r>
            <a:r>
              <a:rPr lang="en-US" b="1" dirty="0"/>
              <a:t>both classification and regression</a:t>
            </a:r>
            <a:r>
              <a:rPr lang="en-US" dirty="0"/>
              <a:t> tasks.</a:t>
            </a:r>
          </a:p>
          <a:p>
            <a:r>
              <a:rPr lang="en-US" dirty="0"/>
              <a:t>Focus: Improve prediction accuracy by reducing errors step by step.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213CAE-45BF-26DC-2CFB-166C12F1F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235" y="2105761"/>
            <a:ext cx="4572000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2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21668C-FAF8-48C0-A258-FB16723E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AdaBoost Regression Works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6B2781-18D2-93D6-CEA5-8DA57D4E8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013" y="1963116"/>
            <a:ext cx="5888883" cy="3925922"/>
          </a:xfrm>
        </p:spPr>
      </p:pic>
    </p:spTree>
    <p:extLst>
      <p:ext uri="{BB962C8B-B14F-4D97-AF65-F5344CB8AC3E}">
        <p14:creationId xmlns:p14="http://schemas.microsoft.com/office/powerpoint/2010/main" val="207763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7DDD95-AD7E-9597-22F4-E5904D3E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Steps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E842D5-20D2-DE35-5D8E-D01B8984D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358" y="2016125"/>
            <a:ext cx="6056034" cy="4037356"/>
          </a:xfrm>
        </p:spPr>
      </p:pic>
    </p:spTree>
    <p:extLst>
      <p:ext uri="{BB962C8B-B14F-4D97-AF65-F5344CB8AC3E}">
        <p14:creationId xmlns:p14="http://schemas.microsoft.com/office/powerpoint/2010/main" val="427177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891B75-6545-18F5-2FFE-DD905B87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and Output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303A0CE-B0B7-24EF-D2D5-37B681B06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293778" cy="3450613"/>
          </a:xfrm>
        </p:spPr>
        <p:txBody>
          <a:bodyPr/>
          <a:lstStyle/>
          <a:p>
            <a:r>
              <a:rPr lang="en-US" dirty="0"/>
              <a:t>Suppose we predict </a:t>
            </a:r>
            <a:r>
              <a:rPr lang="en-US" b="1" dirty="0"/>
              <a:t>house prices</a:t>
            </a:r>
            <a:r>
              <a:rPr lang="en-US" dirty="0"/>
              <a:t> using AdaBoost Regressor.</a:t>
            </a:r>
          </a:p>
          <a:p>
            <a:r>
              <a:rPr lang="en-IN" dirty="0"/>
              <a:t>Base model: Decision Tree Regressor (max depth = 1).</a:t>
            </a:r>
            <a:endParaRPr lang="en-US" dirty="0"/>
          </a:p>
          <a:p>
            <a:r>
              <a:rPr lang="en-US" dirty="0"/>
              <a:t>AdaBoost combines multiple such trees to reduce overall error.</a:t>
            </a:r>
          </a:p>
          <a:p>
            <a:r>
              <a:rPr lang="en-US" dirty="0"/>
              <a:t>Result: smoother, more accurate prediction curve.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D3DBA0-D695-6127-C4EE-8CD1DAFE6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358" y="2220034"/>
            <a:ext cx="4784034" cy="318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9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C4EC11-7BA5-C06D-64B6-7E10FF33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Advantages &amp; Limitations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C294012-6126-60E6-9B32-9051513F0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462" y="2016125"/>
            <a:ext cx="6030930" cy="4020620"/>
          </a:xfrm>
        </p:spPr>
      </p:pic>
    </p:spTree>
    <p:extLst>
      <p:ext uri="{BB962C8B-B14F-4D97-AF65-F5344CB8AC3E}">
        <p14:creationId xmlns:p14="http://schemas.microsoft.com/office/powerpoint/2010/main" val="299444769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2476</TotalTime>
  <Words>101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PowerPoint Presentation</vt:lpstr>
      <vt:lpstr>Introduction to AdaBoost Regression</vt:lpstr>
      <vt:lpstr>How AdaBoost Regression Works</vt:lpstr>
      <vt:lpstr>Algorithm Steps</vt:lpstr>
      <vt:lpstr>Example and Output</vt:lpstr>
      <vt:lpstr>Key Advantages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Balasaravanamuthu</dc:creator>
  <cp:lastModifiedBy>Balasaravanamuthu</cp:lastModifiedBy>
  <cp:revision>20</cp:revision>
  <dcterms:created xsi:type="dcterms:W3CDTF">2025-11-06T15:35:15Z</dcterms:created>
  <dcterms:modified xsi:type="dcterms:W3CDTF">2025-11-08T08:51:36Z</dcterms:modified>
</cp:coreProperties>
</file>