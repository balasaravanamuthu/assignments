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A08E-4432-49AE-B8A2-A020DF496C25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EBD44FC-D6BE-443E-AEC8-A25DA2214F2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1719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A08E-4432-49AE-B8A2-A020DF496C25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44FC-D6BE-443E-AEC8-A25DA2214F26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1477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A08E-4432-49AE-B8A2-A020DF496C25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44FC-D6BE-443E-AEC8-A25DA2214F2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5976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A08E-4432-49AE-B8A2-A020DF496C25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44FC-D6BE-443E-AEC8-A25DA2214F26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0116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A08E-4432-49AE-B8A2-A020DF496C25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44FC-D6BE-443E-AEC8-A25DA2214F26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2699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A08E-4432-49AE-B8A2-A020DF496C25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44FC-D6BE-443E-AEC8-A25DA2214F26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324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A08E-4432-49AE-B8A2-A020DF496C25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44FC-D6BE-443E-AEC8-A25DA2214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234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A08E-4432-49AE-B8A2-A020DF496C25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44FC-D6BE-443E-AEC8-A25DA2214F26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7467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20FA08E-4432-49AE-B8A2-A020DF496C25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44FC-D6BE-443E-AEC8-A25DA2214F26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7022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A08E-4432-49AE-B8A2-A020DF496C25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44FC-D6BE-443E-AEC8-A25DA2214F26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2584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A08E-4432-49AE-B8A2-A020DF496C25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44FC-D6BE-443E-AEC8-A25DA2214F2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725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0FA08E-4432-49AE-B8A2-A020DF496C25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EBD44FC-D6BE-443E-AEC8-A25DA2214F26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9156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FA72B8-15FB-E04A-73E9-C44300270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31" y="0"/>
            <a:ext cx="10437153" cy="6088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010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F69E0EF-E17D-32F1-BA20-FFA2CDB96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LIGHTGBM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E1F4D6B-C824-C962-5827-32B108F091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957" y="1881890"/>
            <a:ext cx="6300991" cy="4200660"/>
          </a:xfrm>
        </p:spPr>
      </p:pic>
    </p:spTree>
    <p:extLst>
      <p:ext uri="{BB962C8B-B14F-4D97-AF65-F5344CB8AC3E}">
        <p14:creationId xmlns:p14="http://schemas.microsoft.com/office/powerpoint/2010/main" val="3549320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C21668C-FAF8-48C0-A258-FB16723ED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LIGHTGBM Works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262BA84-D642-AD83-B3B4-F0C42C40A9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4357" y="1881890"/>
            <a:ext cx="6299591" cy="4199727"/>
          </a:xfrm>
        </p:spPr>
      </p:pic>
    </p:spTree>
    <p:extLst>
      <p:ext uri="{BB962C8B-B14F-4D97-AF65-F5344CB8AC3E}">
        <p14:creationId xmlns:p14="http://schemas.microsoft.com/office/powerpoint/2010/main" val="2077635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D7DDD95-AD7E-9597-22F4-E5904D3E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of </a:t>
            </a:r>
            <a:r>
              <a:rPr lang="en-IN" dirty="0" err="1"/>
              <a:t>lightgbm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408E8AF-58FA-A4D1-A156-A99B7D8993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4357" y="1881890"/>
            <a:ext cx="6299591" cy="4199727"/>
          </a:xfrm>
        </p:spPr>
      </p:pic>
    </p:spTree>
    <p:extLst>
      <p:ext uri="{BB962C8B-B14F-4D97-AF65-F5344CB8AC3E}">
        <p14:creationId xmlns:p14="http://schemas.microsoft.com/office/powerpoint/2010/main" val="4271770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8891B75-6545-18F5-2FFE-DD905B87D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 of </a:t>
            </a:r>
            <a:r>
              <a:rPr lang="en-IN" dirty="0" err="1"/>
              <a:t>lightgbm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B1A653-D18E-ECBA-B959-ECCC4AC5C7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8455" y="1940951"/>
            <a:ext cx="6231988" cy="415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194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CC4EC11-7BA5-C06D-64B6-7E10FF33D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7598735-B62D-A4BF-1E74-46412603D1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4358" y="1935640"/>
            <a:ext cx="6176762" cy="4117841"/>
          </a:xfrm>
        </p:spPr>
      </p:pic>
    </p:spTree>
    <p:extLst>
      <p:ext uri="{BB962C8B-B14F-4D97-AF65-F5344CB8AC3E}">
        <p14:creationId xmlns:p14="http://schemas.microsoft.com/office/powerpoint/2010/main" val="299444769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2526</TotalTime>
  <Words>13</Words>
  <Application>Microsoft Office PowerPoint</Application>
  <PresentationFormat>Widescreen</PresentationFormat>
  <Paragraphs>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Gallery</vt:lpstr>
      <vt:lpstr>PowerPoint Presentation</vt:lpstr>
      <vt:lpstr>Introduction to LIGHTGBM</vt:lpstr>
      <vt:lpstr>How LIGHTGBM Works</vt:lpstr>
      <vt:lpstr>Advantages of lightgbm</vt:lpstr>
      <vt:lpstr>Limitations of lightgbm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Balasaravanamuthu</dc:creator>
  <cp:lastModifiedBy>Balasaravanamuthu</cp:lastModifiedBy>
  <cp:revision>30</cp:revision>
  <dcterms:created xsi:type="dcterms:W3CDTF">2025-11-06T15:35:15Z</dcterms:created>
  <dcterms:modified xsi:type="dcterms:W3CDTF">2025-11-18T11:37:30Z</dcterms:modified>
</cp:coreProperties>
</file>