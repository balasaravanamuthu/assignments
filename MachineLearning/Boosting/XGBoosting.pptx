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71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7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97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11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69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32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23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46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02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58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2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15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7A2E44-0A95-B5BC-2EF8-89A37686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26" y="0"/>
            <a:ext cx="11450148" cy="605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10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69E0EF-E17D-32F1-BA20-FFA2CDB9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XGBOOST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83C40F-B1DD-B342-E2EF-C3224DF0F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394" y="1863383"/>
            <a:ext cx="6339554" cy="4226370"/>
          </a:xfrm>
        </p:spPr>
      </p:pic>
    </p:spTree>
    <p:extLst>
      <p:ext uri="{BB962C8B-B14F-4D97-AF65-F5344CB8AC3E}">
        <p14:creationId xmlns:p14="http://schemas.microsoft.com/office/powerpoint/2010/main" val="354932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21668C-FAF8-48C0-A258-FB16723E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945291" cy="1049235"/>
          </a:xfrm>
        </p:spPr>
        <p:txBody>
          <a:bodyPr/>
          <a:lstStyle/>
          <a:p>
            <a:r>
              <a:rPr lang="en-IN" dirty="0"/>
              <a:t>BACKGROUND – boosting &amp; ensemble learning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91979F-6DFF-EC82-9270-027940A6E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57" y="1853754"/>
            <a:ext cx="6299591" cy="4199727"/>
          </a:xfrm>
        </p:spPr>
      </p:pic>
    </p:spTree>
    <p:extLst>
      <p:ext uri="{BB962C8B-B14F-4D97-AF65-F5344CB8AC3E}">
        <p14:creationId xmlns:p14="http://schemas.microsoft.com/office/powerpoint/2010/main" val="207763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7DDD95-AD7E-9597-22F4-E5904D3E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XGBOOST 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2F03F6-6639-F75B-F941-B0E99BB5F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57" y="1961322"/>
            <a:ext cx="6138239" cy="4092159"/>
          </a:xfrm>
        </p:spPr>
      </p:pic>
    </p:spTree>
    <p:extLst>
      <p:ext uri="{BB962C8B-B14F-4D97-AF65-F5344CB8AC3E}">
        <p14:creationId xmlns:p14="http://schemas.microsoft.com/office/powerpoint/2010/main" val="427177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891B75-6545-18F5-2FFE-DD905B87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concepts &amp;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92696C-1618-055B-A3F1-D9FB78DDC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452" y="1853754"/>
            <a:ext cx="6327494" cy="4218329"/>
          </a:xfrm>
        </p:spPr>
      </p:pic>
    </p:spTree>
    <p:extLst>
      <p:ext uri="{BB962C8B-B14F-4D97-AF65-F5344CB8AC3E}">
        <p14:creationId xmlns:p14="http://schemas.microsoft.com/office/powerpoint/2010/main" val="387719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C4EC11-7BA5-C06D-64B6-7E10FF33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conclusion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53A823-62D1-8920-3BFF-99CEE01E6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335" y="1853754"/>
            <a:ext cx="6312611" cy="4208407"/>
          </a:xfrm>
        </p:spPr>
      </p:pic>
    </p:spTree>
    <p:extLst>
      <p:ext uri="{BB962C8B-B14F-4D97-AF65-F5344CB8AC3E}">
        <p14:creationId xmlns:p14="http://schemas.microsoft.com/office/powerpoint/2010/main" val="299444769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2511</TotalTime>
  <Words>19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PowerPoint Presentation</vt:lpstr>
      <vt:lpstr>Introduction to XGBOOST</vt:lpstr>
      <vt:lpstr>BACKGROUND – boosting &amp; ensemble learning</vt:lpstr>
      <vt:lpstr>How XGBOOST WORKS</vt:lpstr>
      <vt:lpstr>Key concepts &amp; Example</vt:lpstr>
      <vt:lpstr>Advantages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Balasaravanamuthu</dc:creator>
  <cp:lastModifiedBy>Balasaravanamuthu</cp:lastModifiedBy>
  <cp:revision>34</cp:revision>
  <dcterms:created xsi:type="dcterms:W3CDTF">2025-11-06T15:35:15Z</dcterms:created>
  <dcterms:modified xsi:type="dcterms:W3CDTF">2025-11-18T10:46:25Z</dcterms:modified>
</cp:coreProperties>
</file>